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457200"/>
            <a:ext cx="1645920" cy="1645920"/>
          </a:xfrm>
          <a:prstGeom prst="ellipse">
            <a:avLst/>
          </a:prstGeom>
          <a:solidFill>
            <a:srgbClr val="0891B2">
              <a:alpha val="20000"/>
            </a:srgbClr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85800"/>
            <a:ext cx="1188720" cy="1188720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1089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DATA ANALYSIS &amp; VISUALIZATION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Human Resource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Geo-Visualization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Workforce Distribution Across Industries, Gender &amp; States in India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Priyanka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Industrial HR Geo-Visualization  |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09728" cy="1280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workforce classification across industries is critical for understanding employment trends. However, existing data is often outdated and lacks actionable insights for decision-making.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265176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743200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compare workforce across industrial sectors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743200"/>
            <a:ext cx="265176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74320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83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Breakdown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703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male vs female employment patterns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743200"/>
            <a:ext cx="265176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74320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35040" y="3383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Mapping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3703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geographic distribution of workers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0972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48640" cy="548640"/>
          </a:xfrm>
          <a:prstGeom prst="ellipse">
            <a:avLst/>
          </a:prstGeom>
          <a:solidFill>
            <a:srgbClr val="0891B2">
              <a:alpha val="15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3990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Merging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multiple CSV datasets into a single unified dataframe for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34440"/>
            <a:ext cx="10972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01768" y="1417320"/>
            <a:ext cx="548640" cy="548640"/>
          </a:xfrm>
          <a:prstGeom prst="ellipse">
            <a:avLst/>
          </a:prstGeom>
          <a:solidFill>
            <a:srgbClr val="F59E0B">
              <a:alpha val="1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3990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data, handled missing values, and engineered features like Total Workers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109728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154680"/>
            <a:ext cx="548640" cy="548640"/>
          </a:xfrm>
          <a:prstGeom prst="ellipse">
            <a:avLst/>
          </a:prstGeom>
          <a:solidFill>
            <a:srgbClr val="F43F5E">
              <a:alpha val="15000"/>
            </a:srgbClr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1363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Categorization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474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NLP techniques to group industries: Agriculture, Retail, Manufacturing &amp; more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971800"/>
            <a:ext cx="10972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1768" y="315468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1363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474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using Streamlit and Plotly for rich visualizations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2788920"/>
            <a:ext cx="36576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743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▼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0" y="201168"/>
            <a:ext cx="16459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201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Built with Streamlit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303520" cy="3657600"/>
          </a:xfrm>
          <a:prstGeom prst="rect">
            <a:avLst/>
          </a:prstGeom>
          <a:solidFill>
            <a:srgbClr val="1E293B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105156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AE6FD"/>
                </a:solidFill>
              </a:rPr>
              <a:t>Filters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68680" cy="320040"/>
          </a:xfrm>
          <a:prstGeom prst="rect">
            <a:avLst/>
          </a:prstGeom>
          <a:solidFill>
            <a:srgbClr val="065A8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68680" cy="320040"/>
          </a:xfrm>
          <a:prstGeom prst="rect">
            <a:avLst/>
          </a:prstGeom>
          <a:solidFill>
            <a:srgbClr val="065A8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Year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68680" cy="320040"/>
          </a:xfrm>
          <a:prstGeom prst="rect">
            <a:avLst/>
          </a:prstGeom>
          <a:solidFill>
            <a:srgbClr val="065A8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Sector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68680" cy="320040"/>
          </a:xfrm>
          <a:prstGeom prst="rect">
            <a:avLst/>
          </a:prstGeom>
          <a:solidFill>
            <a:srgbClr val="065A8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08760" y="1261872"/>
            <a:ext cx="1280160" cy="685800"/>
          </a:xfrm>
          <a:prstGeom prst="rect">
            <a:avLst/>
          </a:prstGeom>
          <a:solidFill>
            <a:srgbClr val="0891B2">
              <a:alpha val="30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12618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12.4M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1572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AE6FD"/>
                </a:solidFill>
              </a:rPr>
              <a:t>Total Workers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98648" y="1261872"/>
            <a:ext cx="1280160" cy="685800"/>
          </a:xfrm>
          <a:prstGeom prst="rect">
            <a:avLst/>
          </a:prstGeom>
          <a:solidFill>
            <a:srgbClr val="F59E0B">
              <a:alpha val="3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12618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8.1M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98648" y="1572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AE6FD"/>
                </a:solidFill>
              </a:rPr>
              <a:t>Male Workers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288536" y="1261872"/>
            <a:ext cx="1280160" cy="685800"/>
          </a:xfrm>
          <a:prstGeom prst="rect">
            <a:avLst/>
          </a:prstGeom>
          <a:solidFill>
            <a:srgbClr val="F43F5E">
              <a:alpha val="30000"/>
            </a:srgbClr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8536" y="12618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4.3M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88536" y="1572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AE6FD"/>
                </a:solidFill>
              </a:rPr>
              <a:t>Female Workers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508760" y="2057400"/>
            <a:ext cx="2011680" cy="1234440"/>
          </a:xfrm>
          <a:prstGeom prst="rect">
            <a:avLst/>
          </a:prstGeom>
          <a:solidFill>
            <a:srgbClr val="162032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AE6FD"/>
                </a:solidFill>
              </a:rPr>
              <a:t>Industry Distribution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64208" y="2231136"/>
            <a:ext cx="201168" cy="740664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4248" y="2436876"/>
            <a:ext cx="201168" cy="534924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04288" y="2560320"/>
            <a:ext cx="201168" cy="41148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4328" y="2642616"/>
            <a:ext cx="201168" cy="329184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44368" y="2724912"/>
            <a:ext cx="201168" cy="24688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2057400"/>
            <a:ext cx="1874520" cy="1234440"/>
          </a:xfrm>
          <a:prstGeom prst="rect">
            <a:avLst/>
          </a:prstGeom>
          <a:solidFill>
            <a:srgbClr val="162032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057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AE6FD"/>
                </a:solidFill>
              </a:rPr>
              <a:t>Gender Distribution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069080" y="2395728"/>
            <a:ext cx="777240" cy="777240"/>
          </a:xfrm>
          <a:prstGeom prst="ellipse">
            <a:avLst/>
          </a:prstGeom>
          <a:solidFill>
            <a:srgbClr val="0891B2">
              <a:alpha val="70000"/>
            </a:srgbClr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2468880"/>
            <a:ext cx="502920" cy="548640"/>
          </a:xfrm>
          <a:prstGeom prst="ellipse">
            <a:avLst/>
          </a:prstGeom>
          <a:solidFill>
            <a:srgbClr val="F43F5E">
              <a:alpha val="7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08760" y="3401568"/>
            <a:ext cx="4023360" cy="1280160"/>
          </a:xfrm>
          <a:prstGeom prst="rect">
            <a:avLst/>
          </a:prstGeom>
          <a:solidFill>
            <a:srgbClr val="162032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08760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AE6FD"/>
                </a:solidFill>
              </a:rPr>
              <a:t>Geographic Map — State-wise Worker Distribution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508760" y="3840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🗺  Interactive map powered by Plotly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9788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897880" y="1691640"/>
            <a:ext cx="3017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897880" y="1691640"/>
            <a:ext cx="731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1691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State selector on sidebar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897880" y="2194560"/>
            <a:ext cx="3017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897880" y="2194560"/>
            <a:ext cx="731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194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metrics at the top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97880" y="2697480"/>
            <a:ext cx="3017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97880" y="2697480"/>
            <a:ext cx="731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2697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Industry-wise distribution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97880" y="3200400"/>
            <a:ext cx="3017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3200400"/>
            <a:ext cx="731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0" y="3200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Gender distribution chart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97880" y="3703320"/>
            <a:ext cx="3017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897880" y="3703320"/>
            <a:ext cx="731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3703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 Rural vs Urban comparison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897880" y="4206240"/>
            <a:ext cx="3017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897880" y="4206240"/>
            <a:ext cx="731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industries ranked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Sectors by Workforce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55648" y="1819656"/>
            <a:ext cx="227137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72738" y="17830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55648" y="2350008"/>
            <a:ext cx="1975104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231343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4378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55648" y="2880360"/>
            <a:ext cx="167883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0206" y="28437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7413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55648" y="3410712"/>
            <a:ext cx="1333195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4563" y="33741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55648" y="3941064"/>
            <a:ext cx="938174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9542" y="390448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88720"/>
            <a:ext cx="10972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1307592"/>
            <a:ext cx="502920" cy="502920"/>
          </a:xfrm>
          <a:prstGeom prst="ellipse">
            <a:avLst/>
          </a:prstGeom>
          <a:solidFill>
            <a:srgbClr val="0891B2">
              <a:alpha val="20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0680" y="1280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Retail sectors employ the largest share of the workforce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1031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103120"/>
            <a:ext cx="10972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221992"/>
            <a:ext cx="502920" cy="502920"/>
          </a:xfrm>
          <a:prstGeom prst="ellipse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2194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dominates rural employment across major states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30175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01752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3136392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3108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workforce is significantly higher compared to female workforce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3931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931920"/>
            <a:ext cx="109728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4050792"/>
            <a:ext cx="502920" cy="502920"/>
          </a:xfrm>
          <a:prstGeom prst="ellipse">
            <a:avLst/>
          </a:prstGeom>
          <a:solidFill>
            <a:srgbClr val="F43F5E">
              <a:alpha val="20000"/>
            </a:srgbClr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40233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distribution varies considerably across different Indian states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22768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26517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22768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2651760" cy="91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26480" y="22768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Techniques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2651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5760" y="4059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017520"/>
            <a:ext cx="265176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108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46120" y="3703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46120" y="4059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17520"/>
            <a:ext cx="26517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108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26480" y="3703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126480" y="4059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663440" cy="475488"/>
          </a:xfrm>
          <a:prstGeom prst="rect">
            <a:avLst/>
          </a:prstGeom>
          <a:solidFill>
            <a:srgbClr val="065A82">
              <a:alpha val="40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61848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workforce distribution across India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4663440" cy="475488"/>
          </a:xfrm>
          <a:prstGeom prst="rect">
            <a:avLst/>
          </a:prstGeom>
          <a:solidFill>
            <a:srgbClr val="065A82">
              <a:alpha val="40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2128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1671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policy making and employment planning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4663440" cy="475488"/>
          </a:xfrm>
          <a:prstGeom prst="rect">
            <a:avLst/>
          </a:prstGeom>
          <a:solidFill>
            <a:srgbClr val="065A82">
              <a:alpha val="40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80720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76148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insights for industry-specific interventions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0" y="1097280"/>
            <a:ext cx="54864" cy="329184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0" y="1572768"/>
            <a:ext cx="3383280" cy="475488"/>
          </a:xfrm>
          <a:prstGeom prst="rect">
            <a:avLst/>
          </a:prstGeom>
          <a:solidFill>
            <a:srgbClr val="065A82">
              <a:alpha val="40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5727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157276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additional and real-time datasets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167128"/>
            <a:ext cx="3383280" cy="475488"/>
          </a:xfrm>
          <a:prstGeom prst="rect">
            <a:avLst/>
          </a:prstGeom>
          <a:solidFill>
            <a:srgbClr val="065A82">
              <a:alpha val="40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16712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35040" y="216712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advanced ML &amp; NLP models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2761488"/>
            <a:ext cx="3383280" cy="475488"/>
          </a:xfrm>
          <a:prstGeom prst="rect">
            <a:avLst/>
          </a:prstGeom>
          <a:solidFill>
            <a:srgbClr val="065A82">
              <a:alpha val="40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276148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🗺️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35040" y="276148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geo-mapping with drill-down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3355848"/>
            <a:ext cx="3383280" cy="475488"/>
          </a:xfrm>
          <a:prstGeom prst="rect">
            <a:avLst/>
          </a:prstGeom>
          <a:solidFill>
            <a:srgbClr val="065A82">
              <a:alpha val="40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35584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📱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035040" y="335584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responsive design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Human Resource Geo-Visualization</dc:title>
  <dc:subject>PptxGenJS Presentation</dc:subject>
  <dc:creator>PptxGenJS</dc:creator>
  <cp:lastModifiedBy>PptxGenJS</cp:lastModifiedBy>
  <cp:revision>1</cp:revision>
  <dcterms:created xsi:type="dcterms:W3CDTF">2026-04-13T11:51:34Z</dcterms:created>
  <dcterms:modified xsi:type="dcterms:W3CDTF">2026-04-13T11:51:34Z</dcterms:modified>
</cp:coreProperties>
</file>